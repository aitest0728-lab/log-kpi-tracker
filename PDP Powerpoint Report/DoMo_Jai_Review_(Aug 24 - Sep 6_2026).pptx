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spPr>
              <a:solidFill>
                <a:srgbClr val="BDD7EE"/>
              </a:solidFill>
              <a:ln w="9525">
                <a:solidFill>
                  <a:srgbClr val="404040"/>
                </a:solidFill>
              </a:ln>
            </c:spPr>
          </c:dPt>
          <c:dPt>
            <c:idx val="1"/>
            <c:spPr>
              <a:solidFill>
                <a:srgbClr val="E7E6E6"/>
              </a:solidFill>
              <a:ln w="9525">
                <a:solidFill>
                  <a:srgbClr val="404040"/>
                </a:solidFill>
              </a:ln>
            </c:spPr>
          </c:dPt>
          <c:dPt>
            <c:idx val="2"/>
            <c:spPr>
              <a:solidFill>
                <a:srgbClr val="FCE4D6"/>
              </a:solidFill>
              <a:ln w="9525">
                <a:solidFill>
                  <a:srgbClr val="404040"/>
                </a:solidFill>
              </a:ln>
            </c:spPr>
          </c:dPt>
          <c:dPt>
            <c:idx val="3"/>
            <c:spPr>
              <a:solidFill>
                <a:srgbClr val="F4CCCC"/>
              </a:solidFill>
              <a:ln w="9525">
                <a:solidFill>
                  <a:srgbClr val="404040"/>
                </a:solidFill>
              </a:ln>
            </c:spPr>
          </c:dPt>
          <c:dPt>
            <c:idx val="4"/>
            <c:spPr>
              <a:solidFill>
                <a:srgbClr val="FFF2CC"/>
              </a:solidFill>
              <a:ln w="9525">
                <a:solidFill>
                  <a:srgbClr val="40404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包裝問題</c:v>
                </c:pt>
                <c:pt idx="1">
                  <c:v>其他</c:v>
                </c:pt>
                <c:pt idx="2">
                  <c:v>原箱問題</c:v>
                </c:pt>
                <c:pt idx="3">
                  <c:v>溫度問題</c:v>
                </c:pt>
                <c:pt idx="4">
                  <c:v>罐裝問題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17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40404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9601200" y="5029200"/>
            <a:ext cx="2560320" cy="1828800"/>
          </a:xfrm>
          <a:prstGeom prst="rtTriangl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Weekly Poor PDP Case Review</a:t>
            </a:r>
          </a:p>
          <a:p>
            <a:pPr algn="l"/>
            <a:r>
              <a:rPr sz="2800">
                <a:solidFill>
                  <a:srgbClr val="BDD7EE"/>
                </a:solidFill>
              </a:rPr>
              <a:t>Aug 24 - Sep 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Overview  |  Aug 24 - Sep 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8686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2004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Poor Case in last 2 weeks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Types of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Case related to Log Team (%)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57 (74.0%)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Case not related to Log Team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20 (26.0%)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Problems Pattern  |  Aug 24 - Sep 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6126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8288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包裝問題</a:t>
                      </a:r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59.6%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其他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原箱問題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溫度問題</a:t>
                      </a:r>
                    </a:p>
                  </a:txBody>
                  <a:tcP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</a:rPr>
                        <a:t>罐裝問題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8288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Comparison of Performance by Districts  |  Aug 24 - Sep 6,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463040"/>
                <a:gridCol w="822960"/>
                <a:gridCol w="658368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Rep. Product (ID + Name)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% of Log Team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NT-TSM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B1237001_S_vita_water700_24  |  維他純蒸餾水-原箱700毫升 x 24#維他水...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H0888001_S_P10020921  |  [原箱] 梳打水 330ml x 24 (新舊包裝隨機發送)...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NT-TW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H0888001_S_10138408C  |  鈣思寶高鈣無糖原味豆奶 250毫升6包裝 x 4排 (新舊包...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H0888001_S_P10142992  |  [原箱] 青檸味有氣水 (新舊包裝隨機發送)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H0888001_S_10160608  |  [優惠套裝] 除臭潔廁泡沬噴裝+補充裝x3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H0888001_S_10008800  |  活性乳酸菌飲品(冷凍) 100毫升 X 5支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NT-TM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H0888001_S_10146186  |  賢者之食卓膳食纖維 (阻澱粉 隔油份) #平行進口 [逢週四開...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8.8%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ETK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H0888001_S_P10020921  |  [原箱] 梳打水 330ml x 24 (新舊包裝隨機發送)...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H0888001_S_10008402B  |  大阿蘇牛乳 1公升 x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</a:rPr>
                        <a:t>WTX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H0888001_S_10159143C  |  [法國直送] K1664 白啤酒巨罐 單罐裝 500ML x...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000"/>
                </a:solidFill>
              </a:rPr>
              <a:t>Total Log Team Cases: 57  |  Sum%: 99.9%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包裝問題  (34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B1237001_S_vita_water700_24  |  維他純蒸餾水-原箱700毫升 x 24#維他水#維他蒸餾水#官方正貨#700水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H260826513518  |  Waybill: 8147422033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因天雨關係紙皮箱會因濕水變軟損壞及發臭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膠紙封住全箱，剪開膠紙後，一陣惡臭/ 腐臭味傳出。而且紙箱毀壞/ 穿底，飲品的包裝，非常不衛生/ 不合格。</a:t>
            </a:r>
          </a:p>
        </p:txBody>
      </p:sp>
      <p:pic>
        <p:nvPicPr>
          <p:cNvPr id="12" name="Picture 11" descr="case_img_包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包裝問題  (34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B1237001_S_vita_water700_24  |  維他純蒸餾水-原箱700毫升 x 24#維他水#維他蒸餾水#官方正貨#700水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上水倉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H260904533530  |  Waybill: 8165541184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原箱水紙箱較容易爛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買四箱水有兩箱得返紙袋，我點樣去存放啲水，仲要啲紙袋全部都係爛晒。</a:t>
            </a:r>
          </a:p>
        </p:txBody>
      </p:sp>
      <p:pic>
        <p:nvPicPr>
          <p:cNvPr id="12" name="Picture 11" descr="case_img_包裝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其他  (17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H0888001_S_10022674  |  可口可樂330毫升X12罐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H260828533435  |  Waybill: 8151562228-2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打開盒子拿出來，已經是這個狀態！</a:t>
            </a:r>
          </a:p>
        </p:txBody>
      </p:sp>
      <p:pic>
        <p:nvPicPr>
          <p:cNvPr id="11" name="Picture 10" descr="case_img_其他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806189" cy="4389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其他  (17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H0888001_S_10022674  |  可口可樂330毫升X12罐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H260828504868  |  Waybill: 8150383698-1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凸罐係儲存問題,非物流問題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訂12罐，7罐送到黎都係咁變曬形，一開都流啦
 完全無包裝過就咁送貨，真係完全唔得囉
 變一兩罐都算數，7罐都係咁仲多過一半呀</a:t>
            </a:r>
          </a:p>
        </p:txBody>
      </p:sp>
      <p:pic>
        <p:nvPicPr>
          <p:cNvPr id="12" name="Picture 11" descr="case_img_其他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原箱問題  (3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H0888001_S_10159143C  |  [法國直送] K1664 白啤酒巨罐 單罐裝 500ML x 4 [逢週四開搶，限購兩件]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H260829506828  |  Waybill: 8158311470-1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欠貨問題, 不是車隊出錯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買兩set即係八罐，只收到散裝七罐。</a:t>
            </a:r>
          </a:p>
        </p:txBody>
      </p:sp>
      <p:pic>
        <p:nvPicPr>
          <p:cNvPr id="12" name="Picture 11" descr="case_img_原箱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4747846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原箱問題  (3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H0888001_S_10159143C  |  [法國直送] K1664 白啤酒巨罐 單罐裝 500ML x 4 [逢週四開搶，限購兩件]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WTX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H260902502714  |  Waybill: 8160839447-3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凸罐係儲存問題,非物流問題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1.包裝欠佳：送貨員送遞是散裝一罐罐散修修遞俾我嘅 我買咗8罐, 係咪起碼都攞個紙袋或紙盒入住先呢？
 2.外觀損毁：8罐裏面 有1罐凹咗, 有3罐底部凸晒出嚟 唔會企得穩. 
 3.建議食用日期: 今日2026年9月，到期日係10月23. 即係得一個月時間左右.</a:t>
            </a:r>
          </a:p>
        </p:txBody>
      </p:sp>
      <p:pic>
        <p:nvPicPr>
          <p:cNvPr id="12" name="Picture 11" descr="case_img_原箱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036722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溫度問題  (2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H0888001_S_40000160  |  [官方行貨] 煙燻車打芝士香腸 #冷凍0-4°C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NT-TM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H260830552576  |  Waybill: 8157428752-1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應該貨品品質問題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00"/>
                </a:solidFill>
              </a:rPr>
              <a:t>冷藏平均: 5.27  |  急凍平均: -12.12  |  冷藏最低: 1.8  |  急凍最低: -19.8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79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收貨即入雪櫃，今朝煮黎食又臭又酸，失望到爆炸。。要求退款😔</a:t>
            </a:r>
          </a:p>
        </p:txBody>
      </p:sp>
      <p:pic>
        <p:nvPicPr>
          <p:cNvPr id="13" name="Picture 12" descr="case_img_溫度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75B6"/>
                </a:solidFill>
              </a:rPr>
              <a:t>Case Review - 罐裝問題  (1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Product ID: H7712001_S_nb21x6  |  [6罐]七寶啤酒 (細罐裝) 330ml x 6（新舊包裝隨機發送 #札幌啤酒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District: ETX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Shipping Warehouse: 觀塘倉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06060"/>
                </a:solidFill>
              </a:rPr>
              <a:t>Order: H260828503044  |  Waybill: 8150304071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05050"/>
                </a:solidFill>
              </a:rPr>
              <a:t>Checking Result: 凸罐係儲存溫度既問題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404040"/>
                </a:solidFill>
              </a:rPr>
              <a:t>六罐啤酒有四罐都凹凹凸凸，品質欠佳</a:t>
            </a:r>
          </a:p>
        </p:txBody>
      </p:sp>
      <p:pic>
        <p:nvPicPr>
          <p:cNvPr id="12" name="Picture 11" descr="case_img_罐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