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999999"/>
              </a:solidFill>
            </c:spPr>
          </c:dPt>
          <c:dPt>
            <c:idx val="2"/>
            <c:spPr>
              <a:solidFill>
                <a:srgbClr val="FF6600"/>
              </a:solidFill>
            </c:spPr>
          </c:dPt>
          <c:dPt>
            <c:idx val="3"/>
            <c:spPr>
              <a:solidFill>
                <a:srgbClr val="8B572A"/>
              </a:solidFill>
            </c:spPr>
          </c:dPt>
          <c:dPt>
            <c:idx val="4"/>
            <c:spPr>
              <a:solidFill>
                <a:srgbClr val="ED7D31"/>
              </a:solidFill>
            </c:spPr>
          </c:dPt>
          <c:dPt>
            <c:idx val="5"/>
            <c:spPr>
              <a:solidFill>
                <a:srgbClr val="FFC000"/>
              </a:solidFill>
            </c:spPr>
          </c:dPt>
          <c:cat>
            <c:strRef>
              <c:f>Sheet1!$A$2:$A$7</c:f>
              <c:strCache>
                <c:ptCount val="6"/>
                <c:pt idx="0">
                  <c:v>包裝問題</c:v>
                </c:pt>
                <c:pt idx="1">
                  <c:v>其他</c:v>
                </c:pt>
                <c:pt idx="2">
                  <c:v>溫度問題</c:v>
                </c:pt>
                <c:pt idx="3">
                  <c:v>儲存問題</c:v>
                </c:pt>
                <c:pt idx="4">
                  <c:v>原箱問題</c:v>
                </c:pt>
                <c:pt idx="5">
                  <c:v>罐裝問題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20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601200" y="5029200"/>
            <a:ext cx="2560320" cy="1828800"/>
          </a:xfrm>
          <a:prstGeom prst="rtTriangl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Weekly Poor PDP Case Review</a:t>
            </a:r>
          </a:p>
          <a:p>
            <a:pPr algn="l"/>
            <a:r>
              <a:rPr sz="2800">
                <a:solidFill>
                  <a:srgbClr val="BDD7EE"/>
                </a:solidFill>
              </a:rPr>
              <a:t>Aug 3 - Aug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Overview  |  Aug 3 - Aug 16,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8686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</a:rPr>
                        <a:t>Total Poor Case in last 2 weeks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</a:rPr>
                        <a:t>Total Types of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</a:rPr>
                        <a:t>Total Case related to Log Team (%)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51 (72.9%)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04040"/>
                          </a:solidFill>
                        </a:rPr>
                        <a:t>Total Case not related to Log Team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19 (27.1%)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Problems Pattern  |  Aug 3 - Aug 16,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6126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8288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包裝問題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45.1%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其他</a:t>
                      </a:r>
                    </a:p>
                  </a:txBody>
                  <a:tcPr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溫度問題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儲存問題</a:t>
                      </a:r>
                    </a:p>
                  </a:txBody>
                  <a:tcPr>
                    <a:solidFill>
                      <a:srgbClr val="8B5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原箱問題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罐裝問題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0" y="18288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Comparison of Performance by Districts  |  Aug 3 - Aug 16,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463040"/>
                <a:gridCol w="822960"/>
                <a:gridCol w="658368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Rep. Product (ID + Name)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% of Log Team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H0888001_S_P10003353  |  [原箱] 純蒸餾水 700ml x 24支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23.5%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ETX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H0888001_S_10137015  |  鈣思寶高鈣植物固醇豆奶 250毫升9包裝 (新舊包裝隨機發送)...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WTK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H0888001_S_P10003353  |  [原箱] 純蒸餾水 700ml x 24支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ETK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H9558001_S_B371  |  SC037星益生趣 凍乾生肉貓糧 鴨朋鵝友(鴨肉及鵝肉配方) 18oz...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WTX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H1115001_S_10091021  |  硬豆腐 (冷凍)【最佳食用期限不少於3天】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H9431001_S_WHC01012  |  補腦潤眼 迷你易吞 ｜小金蛋95％高純度魚油＋維他命D3 60...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NT-TW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H0888001_S_10021200A  |  罐裝可口可樂汽水 x 2 (新舊包裝隨機發送)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H0888001_S_10010657G  |  北海道特選3.6牛乳 200毫升 x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NT-TSM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H0888001_S_10021200A  |  罐裝可口可樂汽水 x 2 (新舊包裝隨機發送)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H8260001_S_50000001  |  玉泉 梳打水 - 原箱 320毫升 (新舊包裝隨機發送)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000"/>
                </a:solidFill>
              </a:rPr>
              <a:t>Total Log Team Cases: 51  |  Sum%: 99.9%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包裝問題  (23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H8260001_S_50000001  |  玉泉 梳打水 - 原箱 320毫升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Merchant貨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H260809552800  |  Waybill: 8117346039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因天氣炎熱 溫差所導致問題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底部凸起晒 好差 慎買</a:t>
            </a:r>
          </a:p>
        </p:txBody>
      </p:sp>
      <p:pic>
        <p:nvPicPr>
          <p:cNvPr id="12" name="Picture 11" descr="case_img_包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包裝問題  (23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H8260001_S_50000001  |  玉泉 梳打水 - 原箱 320毫升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屯門倉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Merchant貨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H260803508338  |  Waybill: 8104972936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凸罐未非物流問題  倉庫保存問題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1 pack 有3罐，和1 pack 有l罐，罐底有凸起，請問咩原因？</a:t>
            </a:r>
          </a:p>
        </p:txBody>
      </p:sp>
      <p:pic>
        <p:nvPicPr>
          <p:cNvPr id="12" name="Picture 11" descr="case_img_包裝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其他  (20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H0888001_S_P10003353  |  [原箱] 純蒸餾水 700ml x 24支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屯門倉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H260813520624  |  Waybill: 8123151920-2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供應商漏貨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買8片刀頭，只收到4片</a:t>
            </a:r>
          </a:p>
        </p:txBody>
      </p:sp>
      <p:pic>
        <p:nvPicPr>
          <p:cNvPr id="12" name="Picture 11" descr="case_img_其他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溫度問題  (4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</a:rPr>
              <a:t>No case with valid unique photo available for this category.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儲存問題  (2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H0888001_S_10018178  |  精選絲苗米 #袋鼠#袋鼠牌#絲苗米#米#煮食#煮飯#煲仔飯 [新舊包裝隨機發貨]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H260809553183  |  Waybill: 8117363512-2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出貨時已非真空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每次喺HKTVmall買米都沒有真空</a:t>
            </a:r>
          </a:p>
        </p:txBody>
      </p:sp>
      <p:pic>
        <p:nvPicPr>
          <p:cNvPr id="12" name="Picture 11" descr="case_img_儲存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儲存問題  (2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H0888001_S_10018178  |  精選絲苗米 #袋鼠#袋鼠牌#絲苗米#米#煮食#煮飯#煲仔飯 [新舊包裝隨機發貨]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WTX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H260801527978  |  Waybill: 8100759660-1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貨品品質問題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不是真空包裝</a:t>
            </a:r>
          </a:p>
        </p:txBody>
      </p:sp>
      <p:pic>
        <p:nvPicPr>
          <p:cNvPr id="12" name="Picture 11" descr="case_img_儲存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原箱問題  (1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</a:rPr>
              <a:t>No case with valid unique photo available for this category.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罐裝問題  (1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H0888001_S_10136268A  |  玉泉梳打水330ml x 8罐裝 x 2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H260807533485  |  Waybill: 8112107934-1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凸罐未非物流問題  倉庫保存問題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今天收貨打開有3罐有問題，罐面凸起，要求更換，謝謝！</a:t>
            </a:r>
          </a:p>
        </p:txBody>
      </p:sp>
      <p:pic>
        <p:nvPicPr>
          <p:cNvPr id="12" name="Picture 11" descr="case_img_罐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579018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